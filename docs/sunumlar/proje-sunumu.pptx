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3291840"/>
            <a:ext cx="4206240" cy="4206240"/>
          </a:xfrm>
          <a:prstGeom prst="ellipse">
            <a:avLst/>
          </a:prstGeom>
          <a:solidFill>
            <a:srgbClr val="141A4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6858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4173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ULAŞIM BAKIM YÖNETİM SİSTEMİ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192024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 Durum Sunumu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594360" y="30632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 bakım takibinden iş emri otomasyonuna, güvenlik sertleştirmesinden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deneyimi iyileştirmelerine — bugüne kadar gelinen nokta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" y="5989320"/>
            <a:ext cx="2926080" cy="0"/>
          </a:xfrm>
          <a:prstGeom prst="line">
            <a:avLst/>
          </a:prstGeom>
          <a:noFill/>
          <a:ln w="12700">
            <a:solidFill>
              <a:srgbClr val="3A438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60807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FA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Yönetim Özeti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BAKIŞ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Ne İşe Yarıyor?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Tramvay filosunun periyodik bakımlarını kilometre bazlı planlayan, iş emirlerini otomatik açan ve saha ekiplerinin checklist üzerinden tamamladığı uçtan uca bir bakım yönetim platformu.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45336" y="3017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037" y="3091221"/>
            <a:ext cx="419527" cy="41952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Filo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31520" y="42062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bazlı km takibi ve otomatik bakım tetikleme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269748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34256" y="3017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957" y="3091221"/>
            <a:ext cx="419527" cy="4195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Ağaç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520440" y="42062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Sınırsız seviyeli bakım kontrol listeleri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269748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23176" y="3017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6877" y="3091221"/>
            <a:ext cx="419527" cy="41952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12648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Rol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309360" y="42062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· Mühendis · Teknisyen yetki katmanları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15400" y="2697480"/>
            <a:ext cx="2560320" cy="2651760"/>
          </a:xfrm>
          <a:prstGeom prst="roundRect">
            <a:avLst>
              <a:gd name="adj" fmla="val 2857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12096" y="301752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5797" y="3091221"/>
            <a:ext cx="419527" cy="41952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915400" y="3749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Güvenli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9098280" y="42062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Kimlik doğrulama ve erişim kontrolü ile korunur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ÖZELLIKLER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Bakım Yönetiminin Çekirdeği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207111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56816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Bakım Açma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225856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Araç kilometresi eşiğe girince ilgili bakım iş emri kendiliğinden açılır; birden çok periyot çakışırsa tek iş emrinde birleştirilir.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6" y="207111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56816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Bakım Ağacı &amp; Checklist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132320" y="225856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Sınırsız seviyede alt madde, plana özel şablonlar ve madde bazlı not/dosya ekleri ile detaylı kontrol listeleri.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290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749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380847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694176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Model Entegrasyonu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08760" y="399592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Tramvay üzerindeki parçalar 3D model üzerinden bakım maddeleriyle eşleştirilir; admin tarafından yönetilir.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4290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3749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380847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694176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Kod Erişimi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32320" y="399592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araç/madde için QR kod üretimi — sahada hızlı erişim ve doğrulama sağlar.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OPERASYONEL ARAÇLAR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Takip, Uyarı ve Raporlama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207111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56816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225856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Yaklaşan/geciken bakımlar, son tamamlananlar ve filo özetini tek ekranda gösterir.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6" y="207111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56816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Bakım Takvimi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132320" y="225856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Açılmış ve yaklaşan bakımları tarih bazında; gerçekten yaklaşan periyotlar öne çıkarılarak listeler.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290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749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380847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694176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Merkezi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08760" y="399592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Kritik/acil bakımlar önceliklendirilip onaylanabilir, çözülebilir — hiçbir uyarı gözden kaçmaz.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4290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3749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380847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694176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Çoklu Format Rapor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32320" y="399592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Bakım ve denetim kayıtları CSV, PDF ve Word formatında dışa aktarılabilir.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SERTLEŞTIRME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Tamamlanan Güvenlik Önlemleri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12700">
            <a:solidFill>
              <a:srgbClr val="323B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07706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Parola Politikası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uzunluk ve karmaşıklık zorunluluğu.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06240" y="17373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12700">
            <a:solidFill>
              <a:srgbClr val="323B7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0560" y="201168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940" y="207706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6517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Kaba Kuvvet Koruması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480560" y="3063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bazlı istek sınırlama (rate limiting).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863840" y="17373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12700">
            <a:solidFill>
              <a:srgbClr val="323B7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38160" y="201168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540" y="207706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26517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Hesap Kilitleme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138160" y="3063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başarısız denemede hesap 15 dk kilitlenir.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12700">
            <a:solidFill>
              <a:srgbClr val="323B7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40" y="431734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8920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Yenilenebilir Oturum Jetonu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22960" y="53035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Kısa ömürlü erişim + iptal edilebilir yenileme jetonu.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06240" y="3977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12700">
            <a:solidFill>
              <a:srgbClr val="323B7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80560" y="42519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5940" y="4317340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48920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Yükleme Denetimi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480560" y="53035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Tehlikeli uzantı engelleme ve SVG temizleme.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7863840" y="3977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12700">
            <a:solidFill>
              <a:srgbClr val="323B7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38160" y="42519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3540" y="4317340"/>
            <a:ext cx="372161" cy="3721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38160" y="48920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Merkezi Loglama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138160" y="53035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Hatalar ve erişimler; kullanıcıya sızdırılmadan sunucuda kayıt altında.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DÖNEMKI GELIŞTIRMELER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Kullanıcı Geri Bildirimiyle Gelen İyileştirmeler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rgbClr val="1F9D6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207111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56816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Eki Görünürlüğü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225856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bakım maddesine PDF eklendiğinde, madde başlığının yanında tıklanabilir bir rozet ile hemen görünür hale geldi.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11680"/>
            <a:ext cx="457200" cy="457200"/>
          </a:xfrm>
          <a:prstGeom prst="ellipse">
            <a:avLst/>
          </a:prstGeom>
          <a:solidFill>
            <a:srgbClr val="1F9D6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6" y="207111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56816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Esnek Bakım Eşiği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132320" y="225856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Bakım planlarının açılma toleransı artık yüzde yerine sabit kilometre olarak da tanımlanabiliyor.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290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749040"/>
            <a:ext cx="457200" cy="457200"/>
          </a:xfrm>
          <a:prstGeom prst="ellipse">
            <a:avLst/>
          </a:prstGeom>
          <a:solidFill>
            <a:srgbClr val="1F9D6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380847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694176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Bakım Ağacı Görünümü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08760" y="399592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Ağaç yapısı, Bakımlar sayfasındaki gibi girintili ve net alt başlıklar halinde gösterilecek şekilde düzenlendi.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4290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3749040"/>
            <a:ext cx="457200" cy="457200"/>
          </a:xfrm>
          <a:prstGeom prst="ellipse">
            <a:avLst/>
          </a:prstGeom>
          <a:solidFill>
            <a:srgbClr val="1F9D6B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380847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694176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Arayüz Sadeleştirme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32320" y="399592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boşluk/yazı boyutları küçültülerek ekranda daha fazla bilgi, daha az kaydırma ile gösteriliyor.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KALITE GÜVENCESI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 Değişiklik Test Edilerek İlerliyor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Yapılan her geliştirme, canlıya yansımadan önce otomatik uçtan uca testlerle ve tip güvenliği kontrolleriyle doğrulanıyor — bu sayede yeni bir özellik eklenirken mevcut işleyiş bozulmuyor.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377440" y="29443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2820" y="3009748"/>
            <a:ext cx="372161" cy="37216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3611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Değişikliği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40233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veya düzeltme uygulanır</a:t>
            </a:r>
            <a:endParaRPr lang="en-US" sz="10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3840480"/>
            <a:ext cx="201168" cy="201168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3337560" y="274320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356616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166360" y="29443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740" y="3009748"/>
            <a:ext cx="372161" cy="37216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66160" y="3611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Test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566160" y="40233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Uçtan uca senaryolar çalıştırılır</a:t>
            </a:r>
            <a:endParaRPr lang="en-US" sz="105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168" y="3840480"/>
            <a:ext cx="201168" cy="20116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126480" y="274320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0" name="Text 14"/>
          <p:cNvSpPr/>
          <p:nvPr/>
        </p:nvSpPr>
        <p:spPr>
          <a:xfrm>
            <a:off x="635508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5"/>
          <p:cNvSpPr/>
          <p:nvPr/>
        </p:nvSpPr>
        <p:spPr>
          <a:xfrm>
            <a:off x="7955280" y="29443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0660" y="3009748"/>
            <a:ext cx="372161" cy="372161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355080" y="3611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Regresyon Kontrolü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6355080" y="40233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Mevcut özellikler etkilenmedi mi diye doğrulanır</a:t>
            </a:r>
            <a:endParaRPr lang="en-US" sz="10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3840480"/>
            <a:ext cx="201168" cy="201168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8915400" y="2743200"/>
            <a:ext cx="2560320" cy="2468880"/>
          </a:xfrm>
          <a:prstGeom prst="roundRect">
            <a:avLst>
              <a:gd name="adj" fmla="val 2963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7" name="Text 19"/>
          <p:cNvSpPr/>
          <p:nvPr/>
        </p:nvSpPr>
        <p:spPr>
          <a:xfrm>
            <a:off x="9144000" y="292608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Shape 20"/>
          <p:cNvSpPr/>
          <p:nvPr/>
        </p:nvSpPr>
        <p:spPr>
          <a:xfrm>
            <a:off x="10744200" y="294436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09580" y="3009748"/>
            <a:ext cx="372161" cy="372161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9144000" y="3611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Yayına Alma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9144000" y="402336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Onaylanan değişiklik devreye alınır</a:t>
            </a:r>
            <a:endParaRPr lang="en-US" sz="1050" dirty="0"/>
          </a:p>
        </p:txBody>
      </p:sp>
      <p:sp>
        <p:nvSpPr>
          <p:cNvPr id="32" name="Text 23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YAYINA HAZIRLIK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Kurulum ve Dağıtım Altyapısı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207111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56816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Tabanlı Kurulum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08760" y="225856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tek komutla ayağa kalkan, taşınabilir bir konteyner yapısında paketlendi.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169164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201168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1676" y="207111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956816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Sürüm Kontrolü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7132320" y="225856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tabanı GitHub üzerine taşınmaya hazırlandı; sırlar (şifreler/anahtarlar) koddan ayrıştırıldı.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290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3749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" y="380847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694176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Yayını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08760" y="399592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Ofis/yerel ağ üzerinden yayına alma adımları için yol haritası hazırlandı.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72200" y="3429000"/>
            <a:ext cx="5257800" cy="1417320"/>
          </a:xfrm>
          <a:prstGeom prst="roundRect">
            <a:avLst>
              <a:gd name="adj" fmla="val 5161"/>
            </a:avLst>
          </a:prstGeom>
          <a:solidFill>
            <a:srgbClr val="F5F7FC"/>
          </a:solidFill>
          <a:ln/>
          <a:effectLst>
            <a:outerShdw sx="100000" sy="100000" kx="0" ky="0" algn="bl" rotWithShape="0" blurRad="76200" dist="25400" dir="5400000">
              <a:srgbClr val="9AA5C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3749040"/>
            <a:ext cx="457200" cy="4572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676" y="380847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3694176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Yedekleme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132320" y="3995928"/>
            <a:ext cx="40690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 düzenli aralıklarla otomatik olarak yedekleniyor.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 HARITASI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Planlanan Sonraki Güvenlik Adımları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12700">
            <a:solidFill>
              <a:srgbClr val="323B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0116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8340" y="207706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6517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Faktörlü Doğrulama (MFA)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girişleri için ek doğrulama katmanı.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06240" y="17373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12700">
            <a:solidFill>
              <a:srgbClr val="323B7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0560" y="20116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940" y="207706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0560" y="26517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İçerik Doğrulama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480560" y="3063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Yüklenen dosyaların gerçek içeriğinin uzantıyla eşleşip eşleşmediğinin kontrolü.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863840" y="173736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12700">
            <a:solidFill>
              <a:srgbClr val="323B7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38160" y="201168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540" y="2077060"/>
            <a:ext cx="372161" cy="37216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38160" y="26517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Antivirüs Taraması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138160" y="3063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Yüklenen her dosyanın otomatik virüs taramasından geçirilmesi.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977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12700">
            <a:solidFill>
              <a:srgbClr val="323B7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22960" y="42519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8340" y="4317340"/>
            <a:ext cx="372161" cy="372161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8920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Şifreli Yedekleme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22960" y="53035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Yedeklerin diskte de şifreli şekilde saklanması.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06240" y="3977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12700">
            <a:solidFill>
              <a:srgbClr val="323B72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80560" y="42519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45940" y="4317340"/>
            <a:ext cx="372161" cy="37216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80560" y="48920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Zorunluluğu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480560" y="53035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Şifresiz bağlantıların tamamen devre dışı bırakılması.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863840" y="397764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141A47"/>
          </a:solidFill>
          <a:ln w="12700">
            <a:solidFill>
              <a:srgbClr val="323B7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38160" y="4251960"/>
            <a:ext cx="502920" cy="50292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3540" y="4317340"/>
            <a:ext cx="372161" cy="37216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38160" y="489204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Yapılandırılmış Güvenlik Logları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138160" y="530352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B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olaylarının ayrı, izlenebilir bir kayıt formatında tutulması.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1A4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büyüyor, sağlamlaşıyor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9875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 bakım yönetimi özellikleri operasyonda; güvenlik sertleştirmesi kademeli olarak ilerliyor; kullanıcı geri bildirimleri düzenli olarak arayüze ve iş akışlarına yansıtılıyor.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141A47"/>
          </a:solidFill>
          <a:ln w="12700">
            <a:solidFill>
              <a:srgbClr val="323B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36576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3728923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4343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Operasyonda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" y="47548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Bakım planlama, iş emri takibi, raporlama ve alarm sistemi aktif kullanımda.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1960" y="338328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141A47"/>
          </a:solidFill>
          <a:ln w="12700">
            <a:solidFill>
              <a:srgbClr val="323B7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26280" y="36576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603" y="3728923"/>
            <a:ext cx="405994" cy="4059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26280" y="4343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Güvenlik Sürüyor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26280" y="47548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güvenlik katmanları tamamlandı; MFA ve antivirüs gibi adımlar planlı.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7955280" y="338328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141A47"/>
          </a:solidFill>
          <a:ln w="12700">
            <a:solidFill>
              <a:srgbClr val="323B7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0" y="365760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0923" y="3728923"/>
            <a:ext cx="405994" cy="40599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29600" y="43434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Sürekli İyileşiyor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29600" y="47548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B9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Kullanıcı talepleri düzenli olarak değerlendirilip sisteme ekleniyor.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11185855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FC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2026-07-23T14:58:40Z</dcterms:created>
  <dcterms:modified xsi:type="dcterms:W3CDTF">2026-07-23T14:58:40Z</dcterms:modified>
</cp:coreProperties>
</file>