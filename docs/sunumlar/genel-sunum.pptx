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188720"/>
            <a:ext cx="4754880" cy="4754880"/>
          </a:xfrm>
          <a:prstGeom prst="ellipse">
            <a:avLst/>
          </a:prstGeom>
          <a:solidFill>
            <a:srgbClr val="232C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777240"/>
            <a:ext cx="960120" cy="9601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sessions/focused-kind-gauss/mnt/outputs/icons/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10076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ULAŞIM BAKIM YÖNETİM SİSTEMİ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5528" y="361188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Tramvay Filosu için Uçtan Uca Bakım, Denetim ve Saha Yönetim Platformu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95528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SİSTEM SUNUMU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528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React/TypeScript · SQLite · Docker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Sahadaki Bakım Takibinin Dijital Karşılığı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FFF4E8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96312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Kağıt / Excel üzerinden takip edilen bakım periyotları, kolayca gözden kaçar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aracın hangi bakımının geciktiği anlık olarak görülemez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Usta/mühendis notları, arıza bulguları dağınık ve kaybolabilir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ne zaman, hangi maddeyi tamamladı — izlenebilir değil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28232" y="17830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EAF3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48272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C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48272" y="2496312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bazlı bakım periyotları otomatik hesaplanır ve iş emri kendiliğinden açılır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Alarm Merkezi ve takvim ile geciken/yaklaşan bakımlar tek ekranda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bazlı not, ek dosya, öneri sistemi — tüm bulgular kayıt altında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işlem değiştirilemez denetim kaydına (audit log) düşer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GEREKSINIMLERI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Teknoloji Yığını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3434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focused-kind-gauss/mnt/outputs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251253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80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29260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(REST API)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ORM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veritabanı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python-jose (JWT)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passlib + bcrypt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4256" y="1783080"/>
            <a:ext cx="3520440" cy="43434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4296" y="2103120"/>
            <a:ext cx="658368" cy="65836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11" name="Image 1" descr="/sessions/focused-kind-gauss/mnt/outpu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2251253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2880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54296" y="3383280"/>
            <a:ext cx="29260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derleme aracı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(3D model görüntüleme)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(grafikler)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sayfa uygulama (SPA)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9872" y="1783080"/>
            <a:ext cx="3520440" cy="43434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9912" y="2103120"/>
            <a:ext cx="658368" cy="65836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6" name="Image 2" descr="/sessions/focused-kind-gauss/mnt/outputs/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5" y="2251253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9912" y="2880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 &amp; Dağıtım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39912" y="3383280"/>
            <a:ext cx="29260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(çok aşamalı build)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orkestrasyon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veri/yedek/dosya volume'leri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e-posta entegrasyonu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Konteynerden Uçtan Uca Hizmet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761488"/>
            <a:ext cx="822960" cy="822960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6" name="Image 0" descr="/sessions/focused-kind-gauss/mnt/output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106" y="2946654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6758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4005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(TypeScript)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730752" y="3282696"/>
            <a:ext cx="722376" cy="29260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246888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54980" y="2761488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sessions/focused-kind-gauss/mnt/outputs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146" y="2946654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6758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Sunucu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63440" y="4005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JWT Kimlik Doğrulama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479792" y="3282696"/>
            <a:ext cx="722376" cy="29260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75320" y="246888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04020" y="2761488"/>
            <a:ext cx="822960" cy="822960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8" name="Image 2" descr="/sessions/focused-kind-gauss/mnt/outputs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186" y="2946654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6758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Dosya Deposu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12480" y="4005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· Yüklenen dosyalar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77240" y="4892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Docker imajı hem API'yi hem de derlenmiş arayüzü (React build çıktısı) aynı FastAPI sürecinden sunar — ek bir web sunucusuna gerek kalmaz.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77240" y="5623560"/>
            <a:ext cx="3429000" cy="502920"/>
          </a:xfrm>
          <a:prstGeom prst="roundRect">
            <a:avLst>
              <a:gd name="adj" fmla="val 50909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68680" y="56235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ile durumsuz (stateless) oturum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389120" y="5623560"/>
            <a:ext cx="3429000" cy="502920"/>
          </a:xfrm>
          <a:prstGeom prst="roundRect">
            <a:avLst>
              <a:gd name="adj" fmla="val 50909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480560" y="56235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+ ayrıntılı izin matrisi ile katmanlı erişim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001000" y="5623560"/>
            <a:ext cx="3429000" cy="502920"/>
          </a:xfrm>
          <a:prstGeom prst="roundRect">
            <a:avLst>
              <a:gd name="adj" fmla="val 50909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092440" y="56235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Yüklenen dosyalar /uploads altında ayrı sunulur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MODELI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Tablo, 4 Ana Kategori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focused-kind-gauss/mnt/outpu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216667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025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&amp; Erişim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3500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Shift · VerificationCode · RolePermission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62472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36792" y="2039112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11" name="Image 1" descr="/sessions/focused-kind-gauss/mnt/outputs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51" y="216667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20025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&amp; Bakım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068312" y="23500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· MaintenancePlan · TreeNode · Maintenance · MaintenanceItem · MaintenanceNote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79392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6" name="Image 2" descr="/sessions/focused-kind-gauss/mnt/outputs/icons/cub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9" y="440695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428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&amp; Medya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54480" y="459028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Model3D · PartHotspot · NodeAttachment · PartCatalogItem · PartCatalogAttachment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62472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36792" y="4279392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/sessions/focused-kind-gauss/mnt/outputs/icons/hist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51" y="4406951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68312" y="42428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&amp; Kayıt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068312" y="459028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 · AppSetting · Suggestion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ÖZELLIKLERI · 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 Yönetimi Çekirdeği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5" name="Image 0" descr="/sessions/focused-kind-gauss/mnt/outpu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İş Emri Açma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kilometresi periyoda ulaştığında ilgili bakım iş emri sistem tarafından kendiliğinden açılır; geçmiş/gereksiz hedefler atlanır.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sessions/focused-kind-gauss/mnt/outpu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Kademeli / Birleşik Bakım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km hedefi birden çok periyoda (ör. 25.000 ve 50.000 km) denk geldiğinde tek iş emrinde birleşik, tekilleştirilmiş kontrol listesi oluşur.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Alarm Merkezi &amp; Takvim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Geciken/yaklaşan bakımlar aciliyet seviyesine göre renklendirilir; takvim görünümü tahmini bakım tarihlerini gösterir.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İçe/Dışa Aktarma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ağacı şablonları ve iş emri kayıtları toplu olarak Excel ile içe/dışa aktarılabilir.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ÖZELLIKLERI · II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 Operasyonları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621792" cy="621792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6" name="Image 0" descr="/sessions/focused-kind-gauss/mnt/outputs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2215591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Sınırsız Derinlikte Bakım Ağacı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ana başlık/alt madde yapısında istediği kadar seviyeye sahip kontrol listesi tanımlar.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62472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75688"/>
            <a:ext cx="621792" cy="621792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1" name="Image 1" descr="/sessions/focused-kind-gauss/mnt/outputs/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983" y="2215591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Bazlı Saha Notu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55080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Usta/mühendis, tikleme sırasında bulgu notu ekler; notlu maddeler ayrı bir panelde toplu görülür.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1596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sessions/focused-kind-gauss/mnt/output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" y="4455871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Vardiyalı Çalışma Modu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Paylaşımlı tablet senaryosunda Vardiya 1/2/3 seçilir, tamamlama o vardiyadaki kişiye atfedilir.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62472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315968"/>
            <a:ext cx="621792" cy="62179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/sessions/focused-kind-gauss/mnt/outputs/icons/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983" y="4455871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 Üzerinde İşaretleme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55080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Tramvayın 3D modelinde parçaya tıklanarak ilgili bakım maddesine doğrudan gidilebilir.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ÖZELLIKLERI · III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Roller ve Erişim Yönetimi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871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3604" y="212140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focused-kind-gauss/mnt/outputs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483" y="2296287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3580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36499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yetkiler; kullanıcı, plan, ağaç ve izin matrisi yönetimi.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55264" y="1828800"/>
            <a:ext cx="24871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0228" y="2121408"/>
            <a:ext cx="777240" cy="777240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11" name="Image 1" descr="/sessions/focused-kind-gauss/mnt/outputs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107" y="2296287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92424" y="303580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38144" y="336499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onayı, kilit açma, öneri değerlendirme (varsayılan).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61888" y="1828800"/>
            <a:ext cx="24871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16852" y="2121408"/>
            <a:ext cx="777240" cy="777240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6" name="Image 2" descr="/sessions/focused-kind-gauss/mnt/outpu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731" y="2296287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99048" y="303580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144768" y="336499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Mühendisle aynı denetim seviyesinde saha amiri/gözetmen rolü.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668512" y="1828800"/>
            <a:ext cx="24871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23476" y="2121408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/sessions/focused-kind-gauss/mnt/outputs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8355" y="2296287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05672" y="303580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851392" y="336499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tamamlama, not ekleme, öneri gönderme.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4572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rol için görüntüleme, düzenleme, silme, onaylama, Excel dışa aktarma ve kullanıcı yönetimi izinleri ayrı ayrı açılıp kapatılabilir (ayrıntılı izin matrisi) — admin bu kısıtlamalardan her zaman muaftır.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ÖZELLIKLERI · IV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 Modüller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focused-kind-gauss/mnt/outputs/icons/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2215591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Parça Bilgi Bankası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alt parça yapısı, sürükle-bırak sıralama, doküman/şema/video ekleri.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62472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75688"/>
            <a:ext cx="621792" cy="621792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1" name="Image 1" descr="/sessions/focused-kind-gauss/mnt/outputs/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983" y="2215591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Önerileri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55080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Usta/mühendis/amir öneri gönderir; admin onaylar, reddeder veya bakım ağacına ekler.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15968"/>
            <a:ext cx="621792" cy="62179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/sessions/focused-kind-gauss/mnt/outputs/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" y="4455871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Değiştirilemez Denetim Kaydı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oluşturma/güncelleme/silme işlemleri kalıcı, yalnızca-ekleme kayda alınır.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62472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315968"/>
            <a:ext cx="621792" cy="621792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21" name="Image 3" descr="/sessions/focused-kind-gauss/mnt/outputs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983" y="4455871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Arama &amp; Bildirimler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55080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Araç, bakım, parça, kullanıcı çapında tek arama; bildirim merkezi ve otomatik yedekleme.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KOD · 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Otomatik Bakım Açma Algoritması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37960" cy="4343400"/>
          </a:xfrm>
          <a:prstGeom prst="roundRect">
            <a:avLst>
              <a:gd name="adj" fmla="val 1895"/>
            </a:avLst>
          </a:prstGeom>
          <a:solidFill>
            <a:srgbClr val="10142E"/>
          </a:solidFill>
          <a:ln w="12700">
            <a:solidFill>
              <a:srgbClr val="2B32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02536"/>
            <a:ext cx="128016" cy="128016"/>
          </a:xfrm>
          <a:prstGeom prst="ellipse">
            <a:avLst/>
          </a:prstGeom>
          <a:solidFill>
            <a:srgbClr val="E05A4F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2002536"/>
            <a:ext cx="128016" cy="128016"/>
          </a:xfrm>
          <a:prstGeom prst="ellipse">
            <a:avLst/>
          </a:prstGeom>
          <a:solidFill>
            <a:srgbClr val="F2B23B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200253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86000"/>
            <a:ext cx="59893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E9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services.py — check_and_open_maintenances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base_unit = gcd(*[p.interval_km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for p in active_plans])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 = base_unit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checkpoint &lt;= vehicle.current_km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 tolerance: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plan in active_plans: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checkpoint % plan.interval_km == 0: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open_or_merge_work_order(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vehicle, plan, checkpoint)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checkpoint += base_unit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52360" y="1828800"/>
            <a:ext cx="4187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52360" y="2377440"/>
            <a:ext cx="4187952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aktif planların periyotlarının ORTAK BÖLENİ (GCD) baz alınarak tek bir kontrol noktası dizisi üretilir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150.000 km gibi bir hedef hem 25.000 hem 50.000 km planına denk geliyorsa TEK iş emri açılır, kontrol listesi birleştirilir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Zaten geçilmiş / alakasız uzak hedefler adaya alınmaz — kullanıcıya her zaman en YAKIN gerçek bakım gösterilir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(vehicle_id, plan_id, target_km) benzersizlik kısıtı ile aynı iş emri iki kez açılamaz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KOD · II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Katmanlı Yetkilendirme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37960" cy="4343400"/>
          </a:xfrm>
          <a:prstGeom prst="roundRect">
            <a:avLst>
              <a:gd name="adj" fmla="val 1895"/>
            </a:avLst>
          </a:prstGeom>
          <a:solidFill>
            <a:srgbClr val="10142E"/>
          </a:solidFill>
          <a:ln w="12700">
            <a:solidFill>
              <a:srgbClr val="2B32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02536"/>
            <a:ext cx="128016" cy="128016"/>
          </a:xfrm>
          <a:prstGeom prst="ellipse">
            <a:avLst/>
          </a:prstGeom>
          <a:solidFill>
            <a:srgbClr val="E05A4F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2002536"/>
            <a:ext cx="128016" cy="128016"/>
          </a:xfrm>
          <a:prstGeom prst="ellipse">
            <a:avLst/>
          </a:prstGeom>
          <a:solidFill>
            <a:srgbClr val="F2B23B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200253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86000"/>
            <a:ext cx="59893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E9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auth.py — require_permission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require_permission(permission: str):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dep(user=Depends(get_current_user),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db=Depends(get_db)):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services.has_permission(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db, user, permission):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HTTPException(403,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'Yetkiniz yok')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user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dep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@app.patch('/maintenances/{id}/assign')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assign(user=Depends(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require_permission('edit_maintenance'))):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52360" y="1828800"/>
            <a:ext cx="4187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52360" y="2377440"/>
            <a:ext cx="4187952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uç nokta, FastAPI 'Depends' zinciriyle önce JWT doğrular, sonra rol/izin kontrolünden geçer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İzinler kod içine gömülü değil — RolePermission tablosunda rol bazlı açık/kapalı tutulur, admin panelinden değiştirilebilir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her zaman tüm izinlere sahiptir; kilitlenme riski olmaz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desen 89 uç noktanın tamamında tutarlı şekilde uygulanır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· 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Kimlik Doğrulama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sessions/focused-kind-gauss/mnt/outputs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ile Şifre Hashleme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Şifreler asla düz metin tutulmaz; passlib CryptContext üzerinden bcrypt algoritmasıyla hashlenir.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9" name="Image 1" descr="/sessions/focused-kind-gauss/mnt/outputs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Tabanlı Oturum (HS256)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Girişte üretilen imzalı token 12 saat geçerlidir; sunucu tarafında oturum durumu tutulmaz (stateless).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Doğrulama Kodu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ve şifre sıfırlama kodları veritabanında yalnızca HASH olarak saklanır; 15 dakika geçerli, en fazla 5 deneme hakkı vardır.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Onay Akışı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kayıtlar admin onayına düşer; onaylanmayan hesap sisteme giriş yapamaz.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· II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Yetkilendirme ve Denetim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sessions/focused-kind-gauss/mnt/outpu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Bazlı Erişim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Mühendis / Amir / Usta rolleri; her uç nokta ilgili role veya izin setine kilitlidir.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9" name="Image 1" descr="/sessions/focused-kind-gauss/mnt/outpu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Ayrıntılı İzin Matrisi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Görüntüleme, düzenleme, silme, onaylama, dışa aktarma, kullanıcı yönetimi — her biri rol bazında ayrı açılıp kapatılabilir.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Değiştirilemez Denetim Kaydı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ne zaman, neyi değiştirdi — silinemez/değiştirilemez şekilde kayıt altına alınır, yalnızca admin görüntüler.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Merkezi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öneri, geciken bakım, yeni kullanıcı gibi kritik olaylar ilgili rollere anlık bildirim olarak düşer.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· III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Bütünlüğü ve Süreklilik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focused-kind-gauss/mnt/outputs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2215591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Günlük Yedekleme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 otomatik alınan yedekler ayrı bir alanda saklanır, en yeni 30 yedek tutulur.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62472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75688"/>
            <a:ext cx="621792" cy="621792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11" name="Image 1" descr="/sessions/focused-kind-gauss/mnt/outputs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983" y="2215591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İzole Yedek Deposu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55080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Yedekler, ana veritabanından FİZİKSEL OLARAK ayrı bir alanda tutulur — veritabanı bozulsa da yedekler etkilenmez.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15968"/>
            <a:ext cx="621792" cy="621792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6" name="Image 2" descr="/sessions/focused-kind-gauss/mnt/outputs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" y="4455871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Tabanlı Sır Yönetimi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anahtar, e-posta şifresi gibi bilgiler koda gömülmez; ortam dosyasından okunur, imaja dahil edilmez.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62472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315968"/>
            <a:ext cx="621792" cy="62179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/sessions/focused-kind-gauss/mnt/outpu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983" y="4455871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Güncel Arayüz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55080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 önbelleğe alınmaz — hangi adresten girilirse girilsin en güncel sürüm otomatik yüklenir.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DAĞITIM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Mimarisi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Aşamalı Build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node:20-slim → React/Vite arayüzü derlenir (frontend/dist)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python:3.12-slim → backend bağımlılıkları kurulur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Derlenmiş arayüz, backend imajının içine kopyalanır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Tek konteyner, port 8000 üzerinden hem API'yi hem arayüzü sunar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783080"/>
            <a:ext cx="5696712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2057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Volume'ler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60604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6060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db-data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83880" y="260604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veritabanı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344728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44728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83880" y="344728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Fotoğraf, PDF, 3D model dosyaları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428853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28853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83880" y="428853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yedekler (db-data'dan ayrı)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5129784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512978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model-cache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83880" y="512978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 plan kaldırma AI modeli önbelleği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545836" y="1737360"/>
            <a:ext cx="1097280" cy="10972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sessions/focused-kind-gauss/mnt/outpu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724" y="198424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089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9319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Sorularınızı bekliyorum.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2026-07-23T10:44:07Z</dcterms:created>
  <dcterms:modified xsi:type="dcterms:W3CDTF">2026-07-23T10:44:07Z</dcterms:modified>
</cp:coreProperties>
</file>